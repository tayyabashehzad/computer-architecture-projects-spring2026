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5426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-1097280"/>
            <a:ext cx="4937760" cy="4937760"/>
          </a:xfrm>
          <a:prstGeom prst="ellipse">
            <a:avLst/>
          </a:prstGeom>
          <a:solidFill>
            <a:srgbClr val="6C3DE8">
              <a:alpha val="18000"/>
            </a:srgbClr>
          </a:solidFill>
          <a:ln w="12700">
            <a:solidFill>
              <a:srgbClr val="6C3DE8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0" b="1" kern="0" spc="1000" dirty="0">
                <a:solidFill>
                  <a:srgbClr val="00E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DING DONG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365760" y="18745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 Guessing Game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60520" y="2606040"/>
            <a:ext cx="128016" cy="128016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62272" y="2606040"/>
            <a:ext cx="128016" cy="128016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64024" y="2606040"/>
            <a:ext cx="128016" cy="128016"/>
          </a:xfrm>
          <a:prstGeom prst="ellipse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2926080"/>
            <a:ext cx="5852160" cy="9601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926080"/>
            <a:ext cx="5852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Computer Architecture  |  Iqra University, H9 Campus  |  Spring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Awais Shahid •  Mohsin Ali  •  Muhammad Danish  •  Abdullah Kayani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Tayyaba Shehzadi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8580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60520" cy="320040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05740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 is abstract.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work directly with CPU registers, memory addressing, and low-level control flow — concepts that feel disconnected from real-world applications.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508760"/>
            <a:ext cx="4160520" cy="3200400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84048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interactive Number Guessing Game built entirely in x86 Assembly (MASM / Irvine32).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Featuring random number generation, guess history arrays, input validation, difficulty levels, and a live scoring system.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64008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Project 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270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Menu-Driven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&amp; jump instructions for navigation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417320"/>
            <a:ext cx="274320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5270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Array Storage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4612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DWORD array to store &amp; display guess 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74320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52704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 &amp; Iteration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2240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guessLoop, mainLoop, clearLoop, histLoop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44952"/>
            <a:ext cx="274320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PROCs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867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dedicated procedures for clean code design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3044952"/>
            <a:ext cx="274320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46120" y="3547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Validation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3867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Re-prompt on invalid / out-of-range entries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044952"/>
            <a:ext cx="2743200" cy="146304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154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5478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386791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max(100 − attempts×5, 5)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Game Flow Algorithm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1115568" cy="32918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RANDOMIZE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0896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the RNG &amp; show Main Menu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89888" y="1389888"/>
            <a:ext cx="1828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08176" y="1280160"/>
            <a:ext cx="1115568" cy="32918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08176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408176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 CHOICE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44752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to New Game / Score / Help / Exit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23744" y="1389888"/>
            <a:ext cx="1828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42032" y="1280160"/>
            <a:ext cx="1115568" cy="32918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42032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2032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78608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(1-10) / Medium (1-20) / Hard (1-50)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0" y="1389888"/>
            <a:ext cx="1828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75888" y="1280160"/>
            <a:ext cx="1115568" cy="32918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75888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75888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GUESS LOOP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12464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→ Validate → Store in array → Compare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91456" y="1389888"/>
            <a:ext cx="1828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1280160"/>
            <a:ext cx="1115568" cy="32918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09744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/ Too High hints until correct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25312" y="1389888"/>
            <a:ext cx="1828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1280160"/>
            <a:ext cx="1115568" cy="32918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943600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ROUND END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80176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history → Compute score → Update totals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059168" y="1389888"/>
            <a:ext cx="18288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77456" y="1280160"/>
            <a:ext cx="1115568" cy="329184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77456" y="1280160"/>
            <a:ext cx="1115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0D1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077456" y="1609344"/>
            <a:ext cx="1115568" cy="347472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77456" y="161848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14032" y="1810512"/>
            <a:ext cx="104241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Main Menu or Exit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74320" y="2377440"/>
            <a:ext cx="8595360" cy="246888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GUESS LOOP DETAIL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74320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User Input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35502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96683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ValidateInput PROC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257865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919046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Store in guessHistory[ ]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80228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241409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to Target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02591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563772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Low? Jump back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24954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86135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 High? Jump back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547317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208498" y="2834640"/>
            <a:ext cx="66118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Correct!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3429000"/>
            <a:ext cx="8183880" cy="1143000"/>
          </a:xfrm>
          <a:prstGeom prst="rect">
            <a:avLst/>
          </a:prstGeom>
          <a:solidFill>
            <a:srgbClr val="1A1A35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3520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Formula: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40080" y="384048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max( 100 − attempts × 5,  5 )    →   Fewer guesses = Higher score!   Min: 5 pts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Key Assembly Concepts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3566160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Register Usage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685800" cy="36576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1051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ReadInt return / Arithmetic / WriteDec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685800" cy="36576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EBX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322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targetNum / Score calc / Array offset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761488"/>
            <a:ext cx="685800" cy="36576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61488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279806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counter / numAttempts index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685800" cy="36576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36976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2735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pointer for WriteString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12464"/>
            <a:ext cx="685800" cy="36576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12464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pointer for guessHistory[]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187952"/>
            <a:ext cx="685800" cy="36576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187952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42245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Jump, call, ret — control flow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1298448"/>
            <a:ext cx="4251960" cy="3566160"/>
          </a:xfrm>
          <a:prstGeom prst="rect">
            <a:avLst/>
          </a:prstGeom>
          <a:solidFill>
            <a:srgbClr val="16163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716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guessHistory[ ] Array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09160" y="17099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DWORD array • 10 elements • cleared each round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36592" y="2057400"/>
            <a:ext cx="365760" cy="411480"/>
          </a:xfrm>
          <a:prstGeom prst="rect">
            <a:avLst/>
          </a:prstGeom>
          <a:solidFill>
            <a:srgbClr val="6C3DE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36592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36592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138928" y="2057400"/>
            <a:ext cx="365760" cy="411480"/>
          </a:xfrm>
          <a:prstGeom prst="rect">
            <a:avLst/>
          </a:prstGeom>
          <a:solidFill>
            <a:srgbClr val="6C3DE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38928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38928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41264" y="2057400"/>
            <a:ext cx="365760" cy="411480"/>
          </a:xfrm>
          <a:prstGeom prst="rect">
            <a:avLst/>
          </a:prstGeom>
          <a:solidFill>
            <a:srgbClr val="6C3DE8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41264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0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943600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45936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45936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48272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48272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748272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[5]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150608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50608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150608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[6]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552944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52944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552944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955280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55280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955280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[8]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8357616" y="2057400"/>
            <a:ext cx="365760" cy="411480"/>
          </a:xfrm>
          <a:prstGeom prst="rect">
            <a:avLst/>
          </a:prstGeom>
          <a:solidFill>
            <a:srgbClr val="1E1E40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57616" y="205740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44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8357616" y="249631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[9]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709160" y="27889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Offset = index × 4 bytes (DWORD)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709160" y="30906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 esi, guessHistory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709160" y="33375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imul ebx, 4  ; byte offset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09160" y="358444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  [esi+ebx], eax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709160" y="3913632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ValidateInput loops until input ∈ [1, maxRange] using backward jmp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PREVIEW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Sample Input / Output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60520" cy="3547872"/>
          </a:xfrm>
          <a:prstGeom prst="rect">
            <a:avLst/>
          </a:prstGeom>
          <a:solidFill>
            <a:srgbClr val="0A0A14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98448"/>
            <a:ext cx="4160520" cy="320040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16736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GAME TERMINAL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66420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186080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DING DONG - NUMBER GUESSING GAME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205740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225399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New Game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245059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 View Score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264718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 How to Play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284378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 Exit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304038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7472" y="323697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343357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DIFFICULTY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7472" y="363016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Easy (1-10)  [2] Med  [3] Hard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7472" y="382676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47472" y="4023360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4219956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(1-10): 5   &gt;&gt; Too low!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4416552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(1-10): 9   &gt;&gt; Too high!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4613148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B8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Guess (1-10): 7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4809744"/>
            <a:ext cx="4005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*** Correct! Attempts: 3 ***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1298448"/>
            <a:ext cx="4251960" cy="3547872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37160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Cases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663440" y="1755648"/>
            <a:ext cx="4114800" cy="256032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773936"/>
            <a:ext cx="1737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17739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92440" y="177393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057400"/>
            <a:ext cx="4114800" cy="33832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0939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1st try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92240" y="209397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95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092440" y="209397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09160" y="24414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 hint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24414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hint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92440" y="244144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2752344"/>
            <a:ext cx="4114800" cy="33832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27889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hint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492240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hint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92440" y="278892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31363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input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313639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+ re-prompt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092440" y="313639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663440" y="3447288"/>
            <a:ext cx="4114800" cy="33832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4838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score (20+ tries)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92240" y="348386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092440" y="34838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09160" y="3831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display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492240" y="3831336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entries shown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092440" y="383133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4142232"/>
            <a:ext cx="4114800" cy="338328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9160" y="41788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accumulation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92240" y="417880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across rounds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92440" y="417880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70916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navigation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92240" y="45262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options load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092440" y="452628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Challenges Faced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325880"/>
            <a:ext cx="4206240" cy="11887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Array Indexing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72821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DWORD arrays need manual byte offset (index × 4) using LEA + MOV — no compiler shortcut!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206240" cy="1188720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14173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Input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73168" y="1728216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ValidateInput must loop via backward JMP without clobbering EAX between read &amp; compare.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624328"/>
            <a:ext cx="4206240" cy="11887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7157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Register Clashes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02666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PROCs share EAX/EBX/ECX; careful register ownership planning prevented data corruption.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624328"/>
            <a:ext cx="4206240" cy="1188720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7157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Min Score Logic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026664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max(100−n×5, 5) required an explicit conditional branch — Assembly has no built-in max().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922776"/>
            <a:ext cx="4206240" cy="118872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142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D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RNG Off-by-One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32511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RandomRange returns [0, N−1]; INC EAX was needed to shift range to [1, N].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922776"/>
            <a:ext cx="4206240" cy="1188720"/>
          </a:xfrm>
          <a:prstGeom prst="rect">
            <a:avLst/>
          </a:prstGeom>
          <a:solidFill>
            <a:srgbClr val="1616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4014216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Menu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4325112"/>
            <a:ext cx="3977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sub-PROCs must RET cleanly and JMP back to mainLoop — no exceptions.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6C3DE8">
              <a:alpha val="15000"/>
            </a:srgbClr>
          </a:solidFill>
          <a:ln w="12700">
            <a:solidFill>
              <a:srgbClr val="6C3DE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COMPLETE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Conclusion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7315200" cy="1508760"/>
          </a:xfrm>
          <a:prstGeom prst="rect">
            <a:avLst/>
          </a:prstGeom>
          <a:solidFill>
            <a:srgbClr val="161630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19072"/>
            <a:ext cx="7040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demonstrates a complete interactive application built entirely in x86 Assembly Language. By implementing the Ding Dong Number Guessing Game, our team gained deep hands-on experience with direct register manipulation, memory addressing, procedure design, loop construction, and conditional branching.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0" y="331012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7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CPU executes instructions explicitly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363016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Memory addressed at byte level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95020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✔  Call stack manages procedure execution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7315200" cy="566928"/>
          </a:xfrm>
          <a:prstGeom prst="rect">
            <a:avLst/>
          </a:prstGeom>
          <a:solidFill>
            <a:srgbClr val="6C3DE8"/>
          </a:solidFill>
          <a:ln w="12700">
            <a:solidFill>
              <a:srgbClr val="6C3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34340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Jam Awais Shahid •  </a:t>
            </a: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Mohsin Ali  •  Muhammad Danish  •  Abdullah Kayani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834</Words>
  <Application>Microsoft Office PowerPoint</Application>
  <PresentationFormat>On-screen Show (16:9)</PresentationFormat>
  <Paragraphs>191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Consolas</vt:lpstr>
      <vt:lpstr>Impact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Ding Dong - Number Guessing Game</dc:title>
  <dc:subject>PptxGenJS Presentation</dc:subject>
  <dc:creator>PptxGenJS</dc:creator>
  <cp:lastModifiedBy>Danish Kaneria</cp:lastModifiedBy>
  <cp:revision>5</cp:revision>
  <dcterms:created xsi:type="dcterms:W3CDTF">2026-06-04T06:14:19Z</dcterms:created>
  <dcterms:modified xsi:type="dcterms:W3CDTF">2026-06-16T09:13:01Z</dcterms:modified>
</cp:coreProperties>
</file>