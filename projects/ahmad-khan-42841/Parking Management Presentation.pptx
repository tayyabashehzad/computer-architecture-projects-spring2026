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Lato" panose="020B0604020202020204" charset="0"/>
      <p:regular r:id="rId11"/>
      <p:bold r:id="rId12"/>
      <p:italic r:id="rId13"/>
      <p:boldItalic r:id="rId14"/>
    </p:embeddedFont>
    <p:embeddedFont>
      <p:font typeface="Poppins SemiBold" panose="020B0604020202020204" charset="0"/>
      <p:regular r:id="rId15"/>
      <p:bold r:id="rId16"/>
      <p:italic r:id="rId17"/>
      <p:boldItalic r:id="rId18"/>
    </p:embeddedFont>
    <p:embeddedFont>
      <p:font typeface="Open Sans SemiBold" panose="020B0604020202020204" charset="0"/>
      <p:regular r:id="rId19"/>
      <p:bold r:id="rId20"/>
      <p:italic r:id="rId21"/>
      <p:boldItalic r:id="rId22"/>
    </p:embeddedFont>
    <p:embeddedFont>
      <p:font typeface="Poppins" panose="020B060402020202020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Open Sans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45FC35-77A1-4D91-BE6B-32DF08DD2BFB}">
  <a:tblStyle styleId="{C845FC35-77A1-4D91-BE6B-32DF08DD2BF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4033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50240" y="1227655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PROJECT PRESENTATION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650240" y="1626305"/>
            <a:ext cx="112014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Parking </a:t>
            </a:r>
            <a:r>
              <a:rPr lang="en-US" sz="6000" b="1" i="0" u="none" strike="noStrike" cap="none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Management</a:t>
            </a:r>
            <a:r>
              <a:rPr lang="en-US" sz="6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System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533775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Robust Native x64 Assembly Solution for Modern Infrastructure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 flipH="1">
            <a:off x="762000" y="4145280"/>
            <a:ext cx="5598160" cy="2255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2000" y="4154031"/>
            <a:ext cx="53543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Presenated</a:t>
            </a:r>
            <a:r>
              <a:rPr lang="en-US" sz="2800" dirty="0" smtClean="0"/>
              <a:t> By:</a:t>
            </a:r>
          </a:p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Rana </a:t>
            </a:r>
            <a:r>
              <a:rPr lang="en-US" sz="2800" dirty="0" err="1" smtClean="0"/>
              <a:t>Haseeb</a:t>
            </a:r>
            <a:r>
              <a:rPr lang="en-US" sz="2800" dirty="0" smtClean="0"/>
              <a:t> </a:t>
            </a:r>
            <a:r>
              <a:rPr lang="en-US" sz="2800" dirty="0" err="1" smtClean="0"/>
              <a:t>Shahzad</a:t>
            </a:r>
            <a:r>
              <a:rPr lang="en-US" sz="2800" dirty="0" smtClean="0"/>
              <a:t> 42887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Ahmad Bin </a:t>
            </a:r>
            <a:r>
              <a:rPr lang="en-US" sz="2800" dirty="0" err="1"/>
              <a:t>Qasim</a:t>
            </a:r>
            <a:r>
              <a:rPr lang="en-US" sz="2800" dirty="0"/>
              <a:t> 42841</a:t>
            </a:r>
          </a:p>
        </p:txBody>
      </p:sp>
    </p:spTree>
    <p:extLst>
      <p:ext uri="{BB962C8B-B14F-4D97-AF65-F5344CB8AC3E}">
        <p14:creationId xmlns:p14="http://schemas.microsoft.com/office/powerpoint/2010/main" val="631135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28875"/>
            <a:ext cx="4857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52500" y="2305050"/>
            <a:ext cx="510063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Helping People Park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057525"/>
            <a:ext cx="48577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We built a simple app to track cars in a parking lot. It’s like a digital notebook for a parking guard.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409700" y="4371975"/>
            <a:ext cx="44005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Space: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It holds exactly 8 vehicles.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409700" y="4962525"/>
            <a:ext cx="4400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Types: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It tracks Rickshaws, Cars, and Buses.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410075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5000625"/>
            <a:ext cx="2667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52500" y="571500"/>
            <a:ext cx="108013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this Project?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952500" y="1485900"/>
            <a:ext cx="10287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090737"/>
            <a:ext cx="502920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309812"/>
            <a:ext cx="32385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6750" y="2309812"/>
            <a:ext cx="32385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0" y="2309812"/>
            <a:ext cx="32385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47900" y="2709862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291590" y="3471862"/>
            <a:ext cx="256032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Press a Key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352550" y="4224337"/>
            <a:ext cx="243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Just press 1, 2, or 3 to add a vehicle instantly.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72150" y="2709862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815840" y="3471862"/>
            <a:ext cx="256032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See Info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876800" y="4224337"/>
            <a:ext cx="243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Press 4 to see how much money we made.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34500" y="27098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340090" y="3471862"/>
            <a:ext cx="256032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Reset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01050" y="4224337"/>
            <a:ext cx="2438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Press 5 to delete everything and start fresh.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571500"/>
            <a:ext cx="108013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to Use It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952500" y="1485900"/>
            <a:ext cx="10287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667000"/>
            <a:ext cx="48577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667000"/>
            <a:ext cx="48577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6381750" y="2805112"/>
            <a:ext cx="510063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Registers (Quick Notes)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81750" y="355758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Computers have "Registers." Think of them as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Post-it notes</a:t>
            </a: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 the brain.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0" y="447198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We use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RAX</a:t>
            </a: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to count the money and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RCX</a:t>
            </a: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to show text on the screen.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52500" y="571500"/>
            <a:ext cx="108013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Computer's Notepad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952500" y="1485900"/>
            <a:ext cx="10287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1447800" y="2709862"/>
            <a:ext cx="979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Decisions (CMP &amp; JE):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The code "Compares" your key press. If you press '1', it "Jumps" to the Rickshaw part.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524000" y="3633787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Shadow Space: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We "book" a small 32-byte area in memory. It’s like a workspace for the code to stay organized.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447800" y="4557712"/>
            <a:ext cx="979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Full Check: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Before adding a car, the code checks: "Is it 8 yet?" If yes, it stops you from adding more.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747962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671887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595812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52500" y="571500"/>
            <a:ext cx="108013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the Code Thinks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952500" y="1485900"/>
            <a:ext cx="10287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18"/>
          <p:cNvGraphicFramePr/>
          <p:nvPr/>
        </p:nvGraphicFramePr>
        <p:xfrm>
          <a:off x="952500" y="2286000"/>
          <a:ext cx="10287000" cy="3714750"/>
        </p:xfrm>
        <a:graphic>
          <a:graphicData uri="http://schemas.openxmlformats.org/drawingml/2006/table">
            <a:tbl>
              <a:tblPr firstRow="1" bandRow="1">
                <a:noFill/>
                <a:tableStyleId>{C845FC35-77A1-4D91-BE6B-32DF08DD2BFB}</a:tableStyleId>
              </a:tblPr>
              <a:tblGrid>
                <a:gridCol w="452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Vehicle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Cost to Park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Rickshaw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200 Units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300 Units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400 Units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B82F6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Total Money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B82F6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Calculated Instantly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" name="Google Shape;159;p18"/>
          <p:cNvSpPr/>
          <p:nvPr/>
        </p:nvSpPr>
        <p:spPr>
          <a:xfrm>
            <a:off x="952500" y="3786187"/>
            <a:ext cx="45276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480149" y="3786187"/>
            <a:ext cx="5759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952500" y="4519612"/>
            <a:ext cx="45276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480149" y="4519612"/>
            <a:ext cx="5759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952500" y="5253037"/>
            <a:ext cx="45276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480149" y="5253037"/>
            <a:ext cx="5759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952500" y="5986462"/>
            <a:ext cx="45276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480149" y="5986462"/>
            <a:ext cx="5759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952500" y="571500"/>
            <a:ext cx="108013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Price List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952500" y="1485900"/>
            <a:ext cx="10287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952500" y="5019675"/>
            <a:ext cx="10287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In the future, we can add a way to save this data to a file permanently.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73126" y="2600325"/>
            <a:ext cx="333369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Fast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52500" y="3971925"/>
            <a:ext cx="3174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Very quick code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429076" y="2600325"/>
            <a:ext cx="333369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508450" y="3971925"/>
            <a:ext cx="3174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Max Spaces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985023" y="2600325"/>
            <a:ext cx="33338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Easy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064400" y="3971925"/>
            <a:ext cx="3175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To use &amp; reset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52500" y="571500"/>
            <a:ext cx="108013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we Achieved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952500" y="1485900"/>
            <a:ext cx="10287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695325" y="2157412"/>
            <a:ext cx="108013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952500" y="3605212"/>
            <a:ext cx="10287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Thanks for listening to our presentation!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52500" y="4557712"/>
            <a:ext cx="10287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Built with x64 Assembly Language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Widescreen</PresentationFormat>
  <Paragraphs>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Lato</vt:lpstr>
      <vt:lpstr>Poppins SemiBold</vt:lpstr>
      <vt:lpstr>Arial</vt:lpstr>
      <vt:lpstr>Open Sans SemiBold</vt:lpstr>
      <vt:lpstr>Poppins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Moorche</cp:lastModifiedBy>
  <cp:revision>1</cp:revision>
  <dcterms:modified xsi:type="dcterms:W3CDTF">2026-06-13T14:32:14Z</dcterms:modified>
</cp:coreProperties>
</file>